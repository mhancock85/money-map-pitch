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Arial"/>
              </a:defRPr>
            </a:pPr>
            <a:r>
              <a:t>Money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AEBDBB"/>
                </a:solidFill>
                <a:latin typeface="Arial"/>
              </a:defRPr>
            </a:pPr>
            <a:r>
              <a:t>The Financial Operating System for Global Citizens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0" y="5029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4F23E"/>
                </a:solidFill>
              </a:defRPr>
            </a:pPr>
            <a:r>
              <a:t>MVP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D4F23E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EBDBB"/>
                </a:solidFill>
                <a:latin typeface="Arial"/>
              </a:defRPr>
            </a:pPr>
            <a:r>
              <a:t>Financial management is broken for the international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F23E"/>
                </a:solidFill>
                <a:latin typeface="Arial"/>
              </a:defRPr>
            </a:pPr>
            <a:r>
              <a:t>Fragmented Finances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EBDBB"/>
                </a:solidFill>
                <a:latin typeface="Arial"/>
              </a:defRPr>
            </a:pPr>
            <a:r>
              <a:t>Bank accounts in UK, AU, and US. Credit cards everywhere. No single source of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7432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F23E"/>
                </a:solidFill>
                <a:latin typeface="Arial"/>
              </a:defRPr>
            </a:pPr>
            <a:r>
              <a:t>Manual Chaos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2918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EBDBB"/>
                </a:solidFill>
                <a:latin typeface="Arial"/>
              </a:defRPr>
            </a:pPr>
            <a:r>
              <a:t>Hours spent downloading PDFs and updating complex spreadsheets that break.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7432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4F23E"/>
                </a:solidFill>
                <a:latin typeface="Arial"/>
              </a:defRPr>
            </a:pPr>
            <a:r>
              <a:t>Dumb Categorization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29184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EBDBB"/>
                </a:solidFill>
                <a:latin typeface="Arial"/>
              </a:defRPr>
            </a:pPr>
            <a:r>
              <a:t>Traditional apps don't know that 'Amazon' was a business expense, not a gift.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D4F23E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F23E"/>
                </a:solidFill>
                <a:latin typeface="Arial"/>
              </a:defRPr>
            </a:pPr>
            <a:r>
              <a:t>"Set and Forget"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AEBDBB"/>
                </a:solidFill>
                <a:latin typeface="Arial"/>
              </a:defRPr>
            </a:pPr>
            <a:r>
              <a:t>An intelligent layer that sits above your banks, unifying your financial 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rial"/>
              </a:defRPr>
            </a:pPr>
            <a:r>
              <a:t>1. Drop PDF Statements (Wise, Revolut, Banks)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rial"/>
              </a:defRPr>
            </a:pPr>
            <a:r>
              <a:t>2. AI Extracts &amp; Categorizes Contextually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FFFFF"/>
                </a:solidFill>
                <a:latin typeface="Arial"/>
              </a:defRPr>
            </a:pPr>
            <a:r>
              <a:t>3. Instant Premium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828800"/>
            <a:ext cx="365760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D4F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D4F23E"/>
                </a:solidFill>
              </a:defRPr>
            </a:pPr>
            <a:r>
              <a:t>Premium Dashboard Visual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D4F23E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EBDBB"/>
                </a:solidFill>
                <a:latin typeface="Arial"/>
              </a:defRPr>
            </a:pPr>
            <a:r>
              <a:t>SaaS for the Modern Money Coach.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F23E"/>
                </a:solidFill>
                <a:latin typeface="Arial"/>
              </a:defRPr>
            </a:pPr>
            <a:r>
              <a:t>The "Money Coach"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AEBDBB"/>
                </a:solidFill>
                <a:latin typeface="Arial"/>
              </a:defRPr>
            </a:pPr>
            <a:r>
              <a:t>Coaches currently spend 40% of their time chasing clients for spreadsheets. We automate data entry.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Subscription Model: £29 / mo /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Why Wise &amp; Burning Heroes?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4747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F23E"/>
                </a:solidFill>
                <a:latin typeface="Arial"/>
              </a:defRPr>
            </a:pPr>
            <a:r>
              <a:t>Wise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EBDBB"/>
                </a:solidFill>
                <a:latin typeface="Arial"/>
              </a:defRPr>
            </a:pPr>
            <a:r>
              <a:t>Perfect use case for Wise API - multi-currency cashflow.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F23E"/>
                </a:solidFill>
                <a:latin typeface="Arial"/>
              </a:defRPr>
            </a:pPr>
            <a:r>
              <a:t>Scalability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9377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AEBDBB"/>
                </a:solidFill>
                <a:latin typeface="Arial"/>
              </a:defRPr>
            </a:pPr>
            <a:r>
              <a:t>Cloud-native (Modal + Supabase) architecture scales to zero.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Join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EBDBB"/>
                </a:solidFill>
                <a:latin typeface="Arial"/>
              </a:defRPr>
            </a:pPr>
            <a:r>
              <a:t>We are building the financial clarity layer for the next generation.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047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AEBDBB"/>
                </a:solidFill>
                <a:latin typeface="Arial"/>
              </a:defRPr>
            </a:pPr>
            <a:r>
              <a:t>Seeking Mentorship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5029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F23E"/>
                </a:solidFill>
                <a:latin typeface="Arial"/>
              </a:defRPr>
            </a:pPr>
            <a:r>
              <a:t>Technical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047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AEBDBB"/>
                </a:solidFill>
                <a:latin typeface="Arial"/>
              </a:defRPr>
            </a:pPr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47" y="5029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4F23E"/>
                </a:solidFill>
                <a:latin typeface="Arial"/>
              </a:defRPr>
            </a:pPr>
            <a:r>
              <a:t>Beta Users (Community)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